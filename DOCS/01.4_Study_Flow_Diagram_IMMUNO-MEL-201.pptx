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IMMUNO-MEL-201 Study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315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Screening</a:t>
            </a:r>
          </a:p>
          <a:p>
            <a:pPr algn="ctr">
              <a:defRPr sz="1100"/>
            </a:pPr>
            <a:r>
              <a:t>(-28 to -1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Eligibility</a:t>
            </a:r>
          </a:p>
          <a:p>
            <a:pPr algn="ctr">
              <a:defRPr sz="1100"/>
            </a:pPr>
            <a:r>
              <a:t>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Randomization</a:t>
            </a:r>
          </a:p>
          <a:p>
            <a:pPr algn="ctr">
              <a:defRPr sz="1100"/>
            </a:pPr>
            <a:r>
              <a:t>Day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4747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Treatment Arm A</a:t>
            </a:r>
          </a:p>
          <a:p>
            <a:pPr algn="ctr">
              <a:defRPr sz="1100"/>
            </a:pPr>
            <a:r>
              <a:t>ImmunoX +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Treatment Arm B</a:t>
            </a:r>
          </a:p>
          <a:p>
            <a:pPr algn="ctr">
              <a:defRPr sz="1100"/>
            </a:pPr>
            <a:r>
              <a:t>SOC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57200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Week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3035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Week 8</a:t>
            </a:r>
          </a:p>
          <a:p>
            <a:pPr algn="ctr">
              <a:defRPr sz="1100"/>
            </a:pPr>
            <a:r>
              <a:t>RECIST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603504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Week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30352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Week 18</a:t>
            </a:r>
          </a:p>
          <a:p>
            <a:pPr algn="ctr">
              <a:defRPr sz="1100"/>
            </a:pPr>
            <a:r>
              <a:t>RECIST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603504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Week 24</a:t>
            </a:r>
          </a:p>
          <a:p>
            <a:pPr algn="ctr">
              <a:defRPr sz="1100"/>
            </a:pPr>
            <a:r>
              <a:t>RECIST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57200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End of</a:t>
            </a:r>
          </a:p>
          <a:p>
            <a:pPr algn="ctr">
              <a:defRPr sz="1100"/>
            </a:pPr>
            <a:r>
              <a:t>Treatment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66928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30-Day Safety</a:t>
            </a:r>
          </a:p>
          <a:p>
            <a:pPr algn="ctr">
              <a:defRPr sz="1100"/>
            </a:pPr>
            <a:r>
              <a:t>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6766560"/>
            <a:ext cx="14630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Database Lock</a:t>
            </a:r>
          </a:p>
          <a:p>
            <a:pPr algn="ctr">
              <a:defRPr sz="1100"/>
            </a:pPr>
            <a:r>
              <a:t>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128016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" y="219456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80160" y="310896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11680" y="3108960"/>
            <a:ext cx="219456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680" y="4023360"/>
            <a:ext cx="73152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474720" y="4023360"/>
            <a:ext cx="73152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512064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585216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474720" y="5303520"/>
            <a:ext cx="91440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585216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52160" y="48463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512064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49440" y="621792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